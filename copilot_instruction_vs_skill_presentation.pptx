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Copilot: Instruction Files vs Skill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how to standardize AI-assisted development</a:t>
            </a:r>
          </a:p>
          <a:p>
            <a:r>
              <a:t>Focus: Spring Boot Microservices Development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Teams want consistent code generation</a:t>
            </a:r>
          </a:p>
          <a:p>
            <a:r>
              <a:t>• Developers write different prompts</a:t>
            </a:r>
          </a:p>
          <a:p>
            <a:r>
              <a:t>• Architecture can become inconsistent</a:t>
            </a:r>
          </a:p>
          <a:p>
            <a:r>
              <a:t>• Copilot Instruction and Skill files solve this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Copilot Instruction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global rules for how Copilot should generate code in the repository</a:t>
            </a:r>
          </a:p>
          <a:p/>
          <a:p>
            <a:r>
              <a:t>Examples:</a:t>
            </a:r>
          </a:p>
          <a:p>
            <a:r>
              <a:t>• Architecture rules</a:t>
            </a:r>
          </a:p>
          <a:p>
            <a:r>
              <a:t>• Coding standards</a:t>
            </a:r>
          </a:p>
          <a:p>
            <a:r>
              <a:t>• Testing frameworks</a:t>
            </a:r>
          </a:p>
          <a:p>
            <a:r>
              <a:t>• Logging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File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Typical repository structure:</a:t>
            </a:r>
          </a:p>
          <a:p/>
          <a:p>
            <a:r>
              <a:t>.github/</a:t>
            </a:r>
          </a:p>
          <a:p>
            <a:r>
              <a:t>  copilot/</a:t>
            </a:r>
          </a:p>
          <a:p>
            <a:r>
              <a:t>    instructions.md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Instruction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Boot Microservice Rules:</a:t>
            </a:r>
          </a:p>
          <a:p>
            <a:r>
              <a:t>• Use layered architecture (Controller → Service → Repository)</a:t>
            </a:r>
          </a:p>
          <a:p>
            <a:r>
              <a:t>• Do not expose entities in APIs</a:t>
            </a:r>
          </a:p>
          <a:p>
            <a:r>
              <a:t>• Use DTO classes</a:t>
            </a:r>
          </a:p>
          <a:p>
            <a:r>
              <a:t>• Use constructor injection</a:t>
            </a:r>
          </a:p>
          <a:p>
            <a:r>
              <a:t>• Use SLF4J logging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Copilot Skill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reusable developer tasks that Copilot can perform automatically</a:t>
            </a:r>
          </a:p>
          <a:p/>
          <a:p>
            <a:r>
              <a:t>Examples:</a:t>
            </a:r>
          </a:p>
          <a:p>
            <a:r>
              <a:t>• Generate controller</a:t>
            </a:r>
          </a:p>
          <a:p>
            <a:r>
              <a:t>• Generate service layer</a:t>
            </a:r>
          </a:p>
          <a:p>
            <a:r>
              <a:t>• Generate unit tests</a:t>
            </a:r>
          </a:p>
          <a:p>
            <a:r>
              <a:t>• Debug production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File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Typical repository structure:</a:t>
            </a:r>
          </a:p>
          <a:p/>
          <a:p>
            <a:r>
              <a:t>.github/</a:t>
            </a:r>
          </a:p>
          <a:p>
            <a:r>
              <a:t>  copilot/</a:t>
            </a:r>
          </a:p>
          <a:p>
            <a:r>
              <a:t>    skills/</a:t>
            </a:r>
          </a:p>
          <a:p>
            <a:r>
              <a:t>      generate-controller.md</a:t>
            </a:r>
          </a:p>
          <a:p>
            <a:r>
              <a:t>      generate-service.md</a:t>
            </a:r>
          </a:p>
          <a:p>
            <a:r>
              <a:t>      generate-tests.md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Skill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Skill: Generate Controller</a:t>
            </a:r>
          </a:p>
          <a:p/>
          <a:p>
            <a:r>
              <a:t>When generating Spring Boot controllers:</a:t>
            </a:r>
          </a:p>
          <a:p>
            <a:r>
              <a:t>• Use DTO classes</a:t>
            </a:r>
          </a:p>
          <a:p>
            <a:r>
              <a:t>• Use ResponseEntity</a:t>
            </a:r>
          </a:p>
          <a:p>
            <a:r>
              <a:t>• Add validation annotations</a:t>
            </a:r>
          </a:p>
          <a:p>
            <a:r>
              <a:t>• Follow REST naming conventions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 File:</a:t>
            </a:r>
          </a:p>
          <a:p>
            <a:r>
              <a:t>• Global coding rules</a:t>
            </a:r>
          </a:p>
          <a:p>
            <a:r>
              <a:t>• Applies to entire repository</a:t>
            </a:r>
          </a:p>
          <a:p/>
          <a:p>
            <a:r>
              <a:t>Skill File:</a:t>
            </a:r>
          </a:p>
          <a:p>
            <a:r>
              <a:t>• Reusable development tasks</a:t>
            </a:r>
          </a:p>
          <a:p>
            <a:r>
              <a:t>• Automates common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Copilot Uses Both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Request → Copilot reads instructions → Copilot reads skill files → Generates consistent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Developer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asks:</a:t>
            </a:r>
          </a:p>
          <a:p>
            <a:r>
              <a:t>'Create Order API'</a:t>
            </a:r>
          </a:p>
          <a:p/>
          <a:p>
            <a:r>
              <a:t>Copilot applies:</a:t>
            </a:r>
          </a:p>
          <a:p>
            <a:r>
              <a:t>• Instruction rules</a:t>
            </a:r>
          </a:p>
          <a:p>
            <a:r>
              <a:t>• Skill workflows</a:t>
            </a:r>
          </a:p>
          <a:p>
            <a:r>
              <a:t>→ Generates controller, service, DTO, repository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Engineering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development</a:t>
            </a:r>
          </a:p>
          <a:p>
            <a:r>
              <a:t>• Consistent architecture</a:t>
            </a:r>
          </a:p>
          <a:p>
            <a:r>
              <a:t>• Easier onboarding for developers</a:t>
            </a:r>
          </a:p>
          <a:p>
            <a:r>
              <a:t>• Reduced debugging time</a:t>
            </a:r>
          </a:p>
          <a:p>
            <a:r>
              <a:t>• Standardized microservices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 Files = How Copilot should behave</a:t>
            </a:r>
          </a:p>
          <a:p>
            <a:r>
              <a:t>Skill Files = What tasks Copilot should automate</a:t>
            </a:r>
          </a:p>
          <a:p/>
          <a:p>
            <a:r>
              <a:t>Together they enable powerful AI-assisted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