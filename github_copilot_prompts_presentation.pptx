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 for 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 Productivity with Smart Prompts</a:t>
            </a:r>
          </a:p>
          <a:p>
            <a:r>
              <a:t>Using RTCO Framework</a:t>
            </a:r>
          </a:p>
          <a:p>
            <a:r>
              <a:t>Audience: Java, Spring Boot, React Developers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Prompt Engineering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tools are only as good as the prompts given</a:t>
            </a:r>
          </a:p>
          <a:p>
            <a:r>
              <a:t>• Good prompts reduce development time</a:t>
            </a:r>
          </a:p>
          <a:p>
            <a:r>
              <a:t>• Helps generate consistent enterprise-quality code</a:t>
            </a:r>
          </a:p>
          <a:p>
            <a:r>
              <a:t>• Improves developer productivity by 30–40%</a:t>
            </a:r>
          </a:p>
          <a:p>
            <a:r>
              <a:t>• Enables faster onboarding for junior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GitHub Copilot Helps in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Generates boilerplate code quickly</a:t>
            </a:r>
          </a:p>
          <a:p>
            <a:r>
              <a:t>• Suggests improvements and refactoring</a:t>
            </a:r>
          </a:p>
          <a:p>
            <a:r>
              <a:t>• Assists in writing tests</a:t>
            </a:r>
          </a:p>
          <a:p>
            <a:r>
              <a:t>• Helps with debugging and documentation</a:t>
            </a:r>
          </a:p>
          <a:p>
            <a:r>
              <a:t>• Works inside IDEs like IntelliJ and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RTCO Prompt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– Define the expert role for AI</a:t>
            </a:r>
          </a:p>
          <a:p>
            <a:r>
              <a:t>Task – Clearly describe the task to perform</a:t>
            </a:r>
          </a:p>
          <a:p>
            <a:r>
              <a:t>Context – Provide project and technical context</a:t>
            </a:r>
          </a:p>
          <a:p>
            <a:r>
              <a:t>Output – Specify expected format or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#1 – Generate Spring Boot REST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Act as a Senior Spring Boot developer. Generate a REST controller for managing Customer entities with CRUD endpoints.</a:t>
            </a:r>
          </a:p>
          <a:p>
            <a:r>
              <a:t>Use service layer, validation, and proper response codes.</a:t>
            </a:r>
          </a:p>
          <a:p>
            <a:r>
              <a:t>Output Java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#2 – Create 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Act as a Senior Spring Boot engineer. Create a service layer for Customer management with business validations, logging, and exception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#3 – Generate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Write JUnit 5 and Mockito tests for the CustomerService class.</a:t>
            </a:r>
          </a:p>
          <a:p>
            <a:r>
              <a:t>Cover success scenarios and exception cases.</a:t>
            </a:r>
          </a:p>
          <a:p>
            <a:r>
              <a:t>Ensure high test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#4 – Debug Production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Analyze the following stack trace from a Spring Boot microservice and identify the root cause. Suggest fixes and logging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#5 – Refactor Legacy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Refactor this Java class to follow clean architecture principles.</a:t>
            </a:r>
          </a:p>
          <a:p>
            <a:r>
              <a:t>Improve readability, remove duplication, and apply SOLID principles.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#6 – Generate API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Generate OpenAPI documentation for the provided Spring Boot REST API including request/response models and example payloads.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Prompt #7 – React Component for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Prompt:</a:t>
            </a:r>
          </a:p>
          <a:p>
            <a:r>
              <a:t>Create a React component that calls a Spring Boot REST API to display a list of customers with loading and error handling.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Using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clear role and context</a:t>
            </a:r>
          </a:p>
          <a:p>
            <a:r>
              <a:t>• Break complex tasks into smaller prompts</a:t>
            </a:r>
          </a:p>
          <a:p>
            <a:r>
              <a:t>• Review generated code before committing</a:t>
            </a:r>
          </a:p>
          <a:p>
            <a:r>
              <a:t>• Avoid sharing sensitive data</a:t>
            </a:r>
          </a:p>
          <a:p>
            <a:r>
              <a:t>• Use Copilot for productivity, not blind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boilerplate code generation</a:t>
            </a:r>
          </a:p>
          <a:p>
            <a:r>
              <a:t>• Reduced debugging time</a:t>
            </a:r>
          </a:p>
          <a:p>
            <a:r>
              <a:t>• Improved code quality</a:t>
            </a:r>
          </a:p>
          <a:p>
            <a:r>
              <a:t>• Faster learning for junior developers</a:t>
            </a:r>
          </a:p>
          <a:p>
            <a:r>
              <a:t>• Better collaboration in teams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Prompt engineering improves Copilot results</a:t>
            </a:r>
          </a:p>
          <a:p>
            <a:r>
              <a:t>• RTCO provides structured prompts</a:t>
            </a:r>
          </a:p>
          <a:p>
            <a:r>
              <a:t>• Reusable prompts accelerate daily development</a:t>
            </a:r>
          </a:p>
          <a:p>
            <a:r>
              <a:t>• AI + Developers = Higher productivity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